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014899-B064-C96E-EFCE-AD14E822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D34B2A-AD1A-25EB-B69E-D4C34573C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7CFFE5-388C-F59C-0CBF-D449F8BE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252211-9F59-505F-9C39-4AEE15DB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0879E-744F-EDD2-F9C9-B0C82503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92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93B88-EDF6-CFF4-D445-3EE25A12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48E17B-B765-78D5-510A-0CEF2E27F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7F89EA-78BE-689B-5012-947B593A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2FC293-4F06-FCD3-2280-885E536E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299D43-ADEA-EC86-DBBD-F8B4FB9D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63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87EBB-C32E-ABB9-FB15-2F7788C9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8877EA-39E9-1EB0-DCFD-85B0AED12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AA9F31-7E91-9F38-B6B1-1D319443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9E3280-FA9B-FC48-DA16-F34DCEB0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C49BEC-34D1-6E86-9531-5604E551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17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97CF39-83CC-471E-7C1F-3117B96D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DB2BF0-F8B9-096A-EBBE-5792C57BA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6E3EA67-4465-D46D-E7A7-3B36092DE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43AA36-AD61-4D32-B39B-DAD5D100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02B4D6-3302-6AC0-47F1-5301503D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A49B8B-66CE-6789-D5DB-3549953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39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5FDF4-5D39-70A2-97C9-E3EDCD56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3D3E6B-137E-744F-9D0C-F44ACFDF4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7E3030-0CCF-CFC9-01ED-69467F36B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39693C0-6A20-D8D5-2829-D984E16D0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A932C4A-8F9E-3398-C3AE-7118B53B4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407BFC5-5549-CCCA-320D-5DDAE2C7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D654F07-AE60-75A5-DB4D-317FEC8A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9AF7A02-B4CE-2BA4-EE55-5D236164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97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659F1-5B15-B75C-45AA-5330D07B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7CBAA1-383B-266C-2AC4-213745EC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A001F03-8F19-C85A-5976-84CD82FC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2B2DCE-A9CA-7B41-F8D5-3E8849CB1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40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58F3E01-4DD0-0CC3-AA5A-CF8C0181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4A18992-6965-5434-5901-DB7F335E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2D924B-2C56-5BDE-8A2C-E2BF2BCF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1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D62CE-BED7-1FAC-7B84-F5000C70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356B1C-7B78-E688-6DF5-502FE0EC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0FE0C3-9085-6507-00F5-B7281A65A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352F2E-414A-AA07-6F3E-9EE49147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D89F8D-DD21-6EBF-EC7C-19C8CBDB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12BF0D-5ED8-F38F-DD24-2A35F3BA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66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6D071-39BA-6B1E-1737-0E0FF925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69CE11-5F8A-3C2B-F729-BE21323A6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D61A85-2AEA-57BC-7AF2-A6B7C81D0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A6873A-E140-B0B2-6AD0-7ED7CFA32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63203D-C153-0B9E-A24F-A8C05FEB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B89B99-A359-AD1B-E54B-8C55FE3C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393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473C3-8FC0-85B1-C336-20266B6A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06AD7A-5A5E-7D12-5E42-D6DA28FE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ED1534-CE41-2ED6-3852-8CCF0B60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80196E-A0EB-184C-1749-6919CD6C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EF653E-9ED6-1575-3697-FAEF2833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9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CB8A822-5BEF-5600-1D92-A35C7696C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732D4D-3E36-D7C1-E0B1-B96504D47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089BFA-6049-F9F7-4D53-4AD44A04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3934A7-5522-E778-B175-BE361033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3824FE-BB6C-8C17-32BA-507E1964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63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0882B24-1F8E-5011-62AD-7A8659EE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DC18F7-4864-337A-0AD7-D2B81CB2E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6D91DA-05C0-F0F1-0C43-AC348E414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85A79-E534-426A-AA72-35CC89199411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BEBFB5-2A20-7B9B-828F-3F1686AE6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EFA99F-E018-F75E-81AF-17FCC4B4E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0300E-DB2E-479A-83C1-3945DFB477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48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1-021-01614-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9CBF0-73C3-EB1D-1EA0-F710EC1EE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B56C3E-3865-6073-015E-D10E2DE98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40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FD6CE1-AA11-B806-F0A2-182EC7F8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482CB-B9E6-2CA8-B060-D7809089E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DF3D84-FACB-3DAD-C6C1-E229DF66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4295"/>
            <a:ext cx="4637682" cy="467266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257DB32-B2D7-A517-CE61-680A2E9E4DA7}"/>
              </a:ext>
            </a:extLst>
          </p:cNvPr>
          <p:cNvSpPr txBox="1"/>
          <p:nvPr/>
        </p:nvSpPr>
        <p:spPr>
          <a:xfrm>
            <a:off x="334511" y="5942568"/>
            <a:ext cx="469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AI in health and medicine | Nature Medicine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362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Office PowerPoint</Application>
  <PresentationFormat>寬螢幕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曾皓楷</dc:creator>
  <cp:lastModifiedBy>曾皓楷</cp:lastModifiedBy>
  <cp:revision>5</cp:revision>
  <dcterms:created xsi:type="dcterms:W3CDTF">2026-05-13T07:37:57Z</dcterms:created>
  <dcterms:modified xsi:type="dcterms:W3CDTF">2026-05-13T07:42:31Z</dcterms:modified>
</cp:coreProperties>
</file>